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68" r:id="rId3"/>
    <p:sldId id="269" r:id="rId4"/>
    <p:sldId id="257" r:id="rId5"/>
    <p:sldId id="262" r:id="rId6"/>
    <p:sldId id="258" r:id="rId7"/>
    <p:sldId id="263" r:id="rId8"/>
    <p:sldId id="259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" y="2194560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915938"/>
            <a:ext cx="11506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94560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1827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anose="05000000000000000000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93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87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594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342900" y="405608"/>
            <a:ext cx="5753100" cy="106225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chemeClr val="accent1"/>
                </a:solidFill>
              </a:rPr>
              <a:t>Login Via QR Code</a:t>
            </a:r>
          </a:p>
        </p:txBody>
      </p:sp>
      <p:pic>
        <p:nvPicPr>
          <p:cNvPr id="3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672" y="1143000"/>
            <a:ext cx="1792878" cy="2468862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031" y="1143000"/>
            <a:ext cx="3721190" cy="21617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05" y="4114800"/>
            <a:ext cx="3721190" cy="2238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030" y="3771678"/>
            <a:ext cx="3721190" cy="2617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177" y="13811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14300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43910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1756" y="411480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Lecturer / Admin Side (QR Creation)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"Welcome to </a:t>
            </a:r>
            <a:r>
              <a:rPr lang="en-US" altLang="en-US" dirty="0" err="1">
                <a:sym typeface="+mn-ea"/>
              </a:rPr>
              <a:t>EduTrack</a:t>
            </a:r>
            <a:r>
              <a:rPr lang="en-US" altLang="en-US" dirty="0">
                <a:sym typeface="+mn-ea"/>
              </a:rPr>
              <a:t>. Please log in to continue."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Instructor: "Enter email and password."</a:t>
            </a:r>
            <a:endParaRPr lang="en-US" altLang="en-US" dirty="0"/>
          </a:p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"Login successful." 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Instructor: "Click on Create QR Code."</a:t>
            </a:r>
            <a:endParaRPr lang="en-US" altLang="en-US" dirty="0"/>
          </a:p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"QR code is being generated..."</a:t>
            </a:r>
            <a:endParaRPr lang="en-US" altLang="en-US" dirty="0"/>
          </a:p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"QR code generated successfully. Please display it for students to scan."</a:t>
            </a:r>
            <a:endParaRPr lang="en-US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Student Side (Attendance Recording)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7500" lnSpcReduction="10000"/>
          </a:bodyPr>
          <a:lstStyle/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System: "Welcome to</a:t>
            </a:r>
            <a:r>
              <a:rPr lang="en-US" altLang="en-US" dirty="0">
                <a:sym typeface="+mn-ea"/>
              </a:rPr>
              <a:t> </a:t>
            </a:r>
            <a:r>
              <a:rPr lang="en-US" altLang="en-US" dirty="0" err="1">
                <a:solidFill>
                  <a:schemeClr val="accent1"/>
                </a:solidFill>
                <a:sym typeface="+mn-ea"/>
              </a:rPr>
              <a:t>EduTrack</a:t>
            </a:r>
            <a:r>
              <a:rPr lang="en-US" altLang="en-US" dirty="0">
                <a:solidFill>
                  <a:schemeClr val="accent1"/>
                </a:solidFill>
                <a:sym typeface="+mn-ea"/>
              </a:rPr>
              <a:t> Attendance."</a:t>
            </a:r>
            <a:endParaRPr lang="en-US" altLang="en-US" dirty="0">
              <a:solidFill>
                <a:schemeClr val="accent1"/>
              </a:solidFill>
            </a:endParaRPr>
          </a:p>
          <a:p>
            <a:r>
              <a:rPr lang="en-US" altLang="en-US" dirty="0">
                <a:sym typeface="+mn-ea"/>
              </a:rPr>
              <a:t>Student: "Enter my email."</a:t>
            </a:r>
            <a:endParaRPr lang="en-US" altLang="en-US" dirty="0"/>
          </a:p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"Email verified. Please proceed to attendance." </a:t>
            </a:r>
            <a:endParaRPr lang="en-US" altLang="en-US" dirty="0"/>
          </a:p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"Enter Attendance QR."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Student: "Scan QR code." </a:t>
            </a:r>
            <a:endParaRPr lang="en-US" altLang="en-US" dirty="0"/>
          </a:p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"QR received. Validating..."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If the QR code is valid</a:t>
            </a:r>
            <a:endParaRPr lang="en-US" altLang="en-US" dirty="0"/>
          </a:p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"Attendance recorded successfully."</a:t>
            </a:r>
            <a:endParaRPr lang="en-US" altLang="en-US" dirty="0"/>
          </a:p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"Thank you. You are marked present."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If the QR code is invalid</a:t>
            </a:r>
            <a:endParaRPr lang="en-US" altLang="en-US" dirty="0"/>
          </a:p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"Error: Invalid QR code."</a:t>
            </a:r>
            <a:endParaRPr lang="en-US" altLang="en-US" dirty="0"/>
          </a:p>
          <a:p>
            <a:r>
              <a:rPr lang="en-US" altLang="en-US" dirty="0">
                <a:solidFill>
                  <a:schemeClr val="accent1"/>
                </a:solidFill>
                <a:sym typeface="+mn-ea"/>
              </a:rPr>
              <a:t>System</a:t>
            </a:r>
            <a:r>
              <a:rPr lang="en-US" altLang="en-US" dirty="0">
                <a:sym typeface="+mn-ea"/>
              </a:rPr>
              <a:t>: "Please try again or contact your lecturer."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207" y="247650"/>
            <a:ext cx="501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Generate attendance report&amp; end of term report</a:t>
            </a:r>
          </a:p>
        </p:txBody>
      </p:sp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17" y="752476"/>
            <a:ext cx="3646050" cy="249555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49" y="752477"/>
            <a:ext cx="4152901" cy="249555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17" y="3818767"/>
            <a:ext cx="3646050" cy="279158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48" y="4064635"/>
            <a:ext cx="4152901" cy="22888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207" y="818391"/>
            <a:ext cx="57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7975" y="1187723"/>
            <a:ext cx="41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99" y="390884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3430" y="41044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 for Generate attendance report&amp; end of term report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Logs into the system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 err="1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Displays available courses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Selects a course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Shows attendance summary and student list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Reviews attendance data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Confirms attendance report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Displays submission success message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Continues to final report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Displays final attendance details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User:</a:t>
            </a:r>
            <a:r>
              <a:rPr lang="en-US" dirty="0">
                <a:latin typeface="Aptos" panose="020B0004020202020204" pitchFamily="34" charset="0"/>
              </a:rPr>
              <a:t> Downloads attendance / end-of-term report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System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Generates and downloads the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00" y="578882"/>
            <a:ext cx="4415200" cy="2402443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00" y="3495675"/>
            <a:ext cx="4415199" cy="2781300"/>
          </a:xfrm>
          <a:prstGeom prst="rect">
            <a:avLst/>
          </a:prstGeom>
        </p:spPr>
      </p:pic>
      <p:pic>
        <p:nvPicPr>
          <p:cNvPr id="8" name="Picture 7" descr="A black arrow pointing at something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924" y="1609726"/>
            <a:ext cx="193521" cy="178300"/>
          </a:xfrm>
          <a:prstGeom prst="rect">
            <a:avLst/>
          </a:prstGeom>
        </p:spPr>
      </p:pic>
      <p:pic>
        <p:nvPicPr>
          <p:cNvPr id="10" name="Picture 9" descr="A close up of a messag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1476" y="1214439"/>
            <a:ext cx="3745992" cy="790574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683" y="3362325"/>
            <a:ext cx="4037837" cy="2914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9882" y="5048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133350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82" y="376884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3465" y="349567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135493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Generate  at risk students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Generate  at risk students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User:</a:t>
            </a:r>
            <a:r>
              <a:rPr lang="en-US" dirty="0"/>
              <a:t> Opens attendance list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Displays attendance data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Sets attendance threshold (below 75% or 60%)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Clicks </a:t>
            </a:r>
            <a:r>
              <a:rPr lang="en-US" b="1" dirty="0"/>
              <a:t>Apply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Filters and displays at-risk students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Reviews filtered list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Clicks </a:t>
            </a:r>
            <a:r>
              <a:rPr lang="en-US" b="1" dirty="0"/>
              <a:t>Download Report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Shows report format options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Selects PDF and confirms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Generates and downloads the at-risk students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851" y="252215"/>
            <a:ext cx="304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Push data to FMS</a:t>
            </a:r>
          </a:p>
        </p:txBody>
      </p:sp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22" y="840803"/>
            <a:ext cx="3346804" cy="237914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22" y="4027792"/>
            <a:ext cx="3579780" cy="258819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851" y="3819032"/>
            <a:ext cx="3579780" cy="2796958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851" y="840801"/>
            <a:ext cx="3579780" cy="23791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742" y="84080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75" y="8243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742" y="427672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1" y="381903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Push data to FMS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User:</a:t>
            </a:r>
            <a:r>
              <a:rPr lang="en-US" dirty="0"/>
              <a:t> Opens </a:t>
            </a:r>
            <a:r>
              <a:rPr lang="en-US" b="1" dirty="0"/>
              <a:t>Push Student Data to FMS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Displays term, course, and data options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Selects course and required data fields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Applies export filters</a:t>
            </a:r>
            <a:br>
              <a:rPr lang="en-US" dirty="0"/>
            </a:br>
            <a:r>
              <a:rPr lang="en-US" b="1" dirty="0"/>
              <a:t>User:</a:t>
            </a:r>
            <a:r>
              <a:rPr lang="en-US" dirty="0"/>
              <a:t> Clicks </a:t>
            </a:r>
            <a:r>
              <a:rPr lang="en-US" b="1" dirty="0"/>
              <a:t>Initiate Data Push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Validates selected data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Prepares dataset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Pushes data to FMS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System</a:t>
            </a:r>
            <a:r>
              <a:rPr lang="en-US" b="1" dirty="0"/>
              <a:t>:</a:t>
            </a:r>
            <a:r>
              <a:rPr lang="en-US" dirty="0"/>
              <a:t> Displays success message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606060"/>
      </a:dk2>
      <a:lt2>
        <a:srgbClr val="EDEDED"/>
      </a:lt2>
      <a:accent1>
        <a:srgbClr val="FFC000"/>
      </a:accent1>
      <a:accent2>
        <a:srgbClr val="A5D028"/>
      </a:accent2>
      <a:accent3>
        <a:srgbClr val="0CC978"/>
      </a:accent3>
      <a:accent4>
        <a:srgbClr val="099BDD"/>
      </a:accent4>
      <a:accent5>
        <a:srgbClr val="47BFCD"/>
      </a:accent5>
      <a:accent6>
        <a:srgbClr val="DD7C15"/>
      </a:accent6>
      <a:hlink>
        <a:srgbClr val="FF9933"/>
      </a:hlink>
      <a:folHlink>
        <a:srgbClr val="B2B2B2"/>
      </a:folHlink>
    </a:clrScheme>
    <a:fontScheme name="Banded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9</TotalTime>
  <Words>444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Corbel</vt:lpstr>
      <vt:lpstr>Wingdings</vt:lpstr>
      <vt:lpstr>Banded</vt:lpstr>
      <vt:lpstr>PowerPoint Presentation</vt:lpstr>
      <vt:lpstr>Lecturer / Admin Side (QR Creation)</vt:lpstr>
      <vt:lpstr>Student Side (Attendance Recording)</vt:lpstr>
      <vt:lpstr>PowerPoint Presentation</vt:lpstr>
      <vt:lpstr>Dialog for Generate attendance report&amp; end of term report </vt:lpstr>
      <vt:lpstr>PowerPoint Presentation</vt:lpstr>
      <vt:lpstr>Generate  at risk students </vt:lpstr>
      <vt:lpstr>PowerPoint Presentation</vt:lpstr>
      <vt:lpstr>Push data to FMS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ahmed Tamer</dc:creator>
  <cp:lastModifiedBy>Ahmed Tamer Salah Hassan Qeshta</cp:lastModifiedBy>
  <cp:revision>11</cp:revision>
  <dcterms:created xsi:type="dcterms:W3CDTF">2025-07-23T00:59:00Z</dcterms:created>
  <dcterms:modified xsi:type="dcterms:W3CDTF">2025-12-14T20:15:16Z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2C35B7AE08E548DF83E90665A3995364_12</vt:lpwstr>
  </property>
  <property fmtid="{D5CDD505-2E9C-101B-9397-08002B2CF9AE}" pid="3" name="KSOProductBuildVer">
    <vt:lpwstr>1033-12.2.0.23155</vt:lpwstr>
  </property>
</Properties>
</file>